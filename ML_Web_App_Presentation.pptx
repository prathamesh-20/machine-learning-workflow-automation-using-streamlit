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Streamlined Approach to ML Workflows</a:t>
            </a:r>
          </a:p>
          <a:p>
            <a:r>
              <a:t>Presented by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aims to streamline machine learning workflows by creating a user-friendly web application that supports dataset preprocessing, model selection, and evaluation. It focuses on simplifying ML tasks for both technical and non-technical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machine learning workflows are often complex and require extensive coding. This creates a barrier for non-experts and limits the accessibility of ML solutions. The project addresses these issues by providing an automated and interactive web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AutoML Frameworks: Automates algorithm and hyperparameter selection using Bayesian optimization.</a:t>
            </a:r>
          </a:p>
          <a:p>
            <a:r>
              <a:t>2. Scalable Preprocessing: Uses cloud-based solutions for efficient preprocessing of large datasets.</a:t>
            </a:r>
          </a:p>
          <a:p>
            <a:r>
              <a:t>3. Clustering-Based Visualization: Combines PCA and K-Means to improve interpretability of high-dimensional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Python: Programming language for ML algorithms.</a:t>
            </a:r>
          </a:p>
          <a:p>
            <a:r>
              <a:t>Streamlit: Framework for building interactive web applications.</a:t>
            </a:r>
          </a:p>
          <a:p>
            <a:r>
              <a:t>Scikit-learn: Library for implementing machine learning models.</a:t>
            </a:r>
          </a:p>
          <a:p>
            <a:r>
              <a:t>Pandas, NumPy: Tools for data preprocessing and manipulation.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Dataset Upload: Users upload datasets in CSV format.</a:t>
            </a:r>
          </a:p>
          <a:p>
            <a:r>
              <a:t>2. Preprocessing: Missing values, scaling, and encoding handled automatically.</a:t>
            </a:r>
          </a:p>
          <a:p>
            <a:r>
              <a:t>3. Model Selection: AutoML selects the best algorithm for the task.</a:t>
            </a:r>
          </a:p>
          <a:p>
            <a:r>
              <a:t>4. Training and Evaluation: Models are trained and evaluated on the provided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Datasets used:</a:t>
            </a:r>
          </a:p>
          <a:p>
            <a:r>
              <a:t>- Titanic (Classification)</a:t>
            </a:r>
          </a:p>
          <a:p>
            <a:r>
              <a:t>- Wine Quality (Regression)</a:t>
            </a:r>
          </a:p>
          <a:p>
            <a:r>
              <a:t>- Mall Customers (Clustering)</a:t>
            </a:r>
          </a:p>
          <a:p>
            <a:r>
              <a:t>Results include improved accuracy, reduced mean squared error, and well-defined clusters.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Classification:</a:t>
            </a:r>
          </a:p>
          <a:p>
            <a:r>
              <a:t> - Titanic Dataset: Random Forest achieved 87% accuracy.</a:t>
            </a:r>
          </a:p>
          <a:p>
            <a:r>
              <a:t>Regression:</a:t>
            </a:r>
          </a:p>
          <a:p>
            <a:r>
              <a:t> - Wine Quality Dataset: Linear Regression achieved R-squared of 0.65.</a:t>
            </a:r>
          </a:p>
          <a:p>
            <a:r>
              <a:t>Clustering:</a:t>
            </a:r>
          </a:p>
          <a:p>
            <a:r>
              <a:t> - Mall Customers: K-Means achieved a Silhouette Score of 0.75.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ML web application successfully simplifies complex workflows, making machine learning more accessible to a wider audience. The integration of AutoML, preprocessing tools, and interactive visualizations ensures adaptability and scalability for diverse use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Contact: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